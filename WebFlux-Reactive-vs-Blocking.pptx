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20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WebFlux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Programming with Project Reactor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vs Non-Blocking — A Deep Dive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Konrad Malewski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vs Non-Blocking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444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fundamental difference?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647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3152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764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Models Compared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75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classic and reactive handle concurrency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9514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73152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22951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vs WebFlux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505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when to choose which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82549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73152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2825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Core: Mono &amp; Flux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035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backpressure, operators, schedulers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35584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80160" y="3355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comparison — blocking vs reactive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016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0965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StepVerifier, BlockHound, checkpoint()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4165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73152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8016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Trade-offs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462686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Bottlenecks, error handling, maintenance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1: Fundamentals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vs Non-Blocking I/O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typical application does?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is received on rest controller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0" y="1143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(i/o)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35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435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is parsed and validated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1435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282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728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is authenticated via some IDM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17282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(i/o)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0208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0208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to DB are made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0208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(i/o)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3134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313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being processed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3134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26060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606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other system is made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606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(i/o)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28986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98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being processed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898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1912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1912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result is being written to db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191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(i/o)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3483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483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being returned to requestor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34838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(i/o)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3886200"/>
            <a:ext cx="228600" cy="1828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1005840" y="3886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3886200"/>
            <a:ext cx="228600" cy="182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219456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Waiting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4206240"/>
            <a:ext cx="484632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731520" y="420624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234440" y="4206240"/>
            <a:ext cx="484632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1234440" y="420624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4206240"/>
            <a:ext cx="484632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1737360" y="420624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40280" y="4206240"/>
            <a:ext cx="484632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2240280" y="420624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0" y="4206240"/>
            <a:ext cx="484632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2743200" y="420624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46120" y="4206240"/>
            <a:ext cx="484632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3246120" y="420624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749040" y="4206240"/>
            <a:ext cx="484632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3749040" y="420624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51960" y="4206240"/>
            <a:ext cx="484632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4251960" y="420624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4206240"/>
            <a:ext cx="484632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4754880" y="4206240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" y="4709160"/>
            <a:ext cx="45262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5349240" y="4617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 I/O — The Classic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Thread-per-request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incoming request occupies one OS thread for its entire duration. While waiting for database, file I/O, or HTTP calls, the thread sits idle — blocked.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Tomcat default: 200 threads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#201 waits in a queue.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Thread-1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32120" y="12344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532120" y="12344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833872" y="12344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833872" y="12344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135624" y="12344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135624" y="12344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37376" y="12344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437376" y="12344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39128" y="12344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739128" y="12344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5a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040880" y="12344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040880" y="12344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342632" y="12344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7342632" y="12344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7a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644384" y="12344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7644384" y="12344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946136" y="12344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7946136" y="12344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72000" y="18745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Thread-2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32120" y="19202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5532120" y="19202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1b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833872" y="19202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5833872" y="19202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2b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35624" y="19202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6135624" y="19202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3b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437376" y="19202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6437376" y="19202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4b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739128" y="19202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6739128" y="19202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5b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040880" y="19202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7040880" y="19202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6b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342632" y="19202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7342632" y="19202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7b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644384" y="19202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7644384" y="19202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8b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946136" y="19202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7946136" y="19202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9b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0" y="2560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Thread-3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32120" y="26060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5532120" y="26060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1c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833872" y="26060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5833872" y="26060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2c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135624" y="26060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6135624" y="26060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3c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437376" y="26060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6437376" y="26060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4c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739128" y="26060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5" name="Text 53"/>
          <p:cNvSpPr/>
          <p:nvPr/>
        </p:nvSpPr>
        <p:spPr>
          <a:xfrm>
            <a:off x="6739128" y="26060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5c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040880" y="26060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7" name="Text 55"/>
          <p:cNvSpPr/>
          <p:nvPr/>
        </p:nvSpPr>
        <p:spPr>
          <a:xfrm>
            <a:off x="7040880" y="26060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6c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342632" y="26060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7342632" y="26060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7c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644384" y="26060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1" name="Text 59"/>
          <p:cNvSpPr/>
          <p:nvPr/>
        </p:nvSpPr>
        <p:spPr>
          <a:xfrm>
            <a:off x="7644384" y="26060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8c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946136" y="26060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3" name="Text 61"/>
          <p:cNvSpPr/>
          <p:nvPr/>
        </p:nvSpPr>
        <p:spPr>
          <a:xfrm>
            <a:off x="7946136" y="26060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9c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572000" y="32461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Thread-N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32120" y="32918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6" name="Text 64"/>
          <p:cNvSpPr/>
          <p:nvPr/>
        </p:nvSpPr>
        <p:spPr>
          <a:xfrm>
            <a:off x="5532120" y="32918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1d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833872" y="32918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8" name="Text 66"/>
          <p:cNvSpPr/>
          <p:nvPr/>
        </p:nvSpPr>
        <p:spPr>
          <a:xfrm>
            <a:off x="5833872" y="32918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2d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135624" y="32918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0" name="Text 68"/>
          <p:cNvSpPr/>
          <p:nvPr/>
        </p:nvSpPr>
        <p:spPr>
          <a:xfrm>
            <a:off x="6135624" y="32918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437376" y="32918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2" name="Text 70"/>
          <p:cNvSpPr/>
          <p:nvPr/>
        </p:nvSpPr>
        <p:spPr>
          <a:xfrm>
            <a:off x="6437376" y="32918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739128" y="32918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4" name="Text 72"/>
          <p:cNvSpPr/>
          <p:nvPr/>
        </p:nvSpPr>
        <p:spPr>
          <a:xfrm>
            <a:off x="6739128" y="32918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5d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040880" y="32918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6" name="Text 74"/>
          <p:cNvSpPr/>
          <p:nvPr/>
        </p:nvSpPr>
        <p:spPr>
          <a:xfrm>
            <a:off x="7040880" y="32918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6d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7342632" y="3291840"/>
            <a:ext cx="283464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8" name="Text 76"/>
          <p:cNvSpPr/>
          <p:nvPr/>
        </p:nvSpPr>
        <p:spPr>
          <a:xfrm>
            <a:off x="7342632" y="32918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7d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644384" y="32918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0" name="Text 78"/>
          <p:cNvSpPr/>
          <p:nvPr/>
        </p:nvSpPr>
        <p:spPr>
          <a:xfrm>
            <a:off x="7644384" y="32918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8d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946136" y="3291840"/>
            <a:ext cx="283464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2" name="Text 80"/>
          <p:cNvSpPr/>
          <p:nvPr/>
        </p:nvSpPr>
        <p:spPr>
          <a:xfrm>
            <a:off x="7946136" y="3291840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9d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532120" y="4114800"/>
            <a:ext cx="228600" cy="1828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4" name="Text 82"/>
          <p:cNvSpPr/>
          <p:nvPr/>
        </p:nvSpPr>
        <p:spPr>
          <a:xfrm>
            <a:off x="5806440" y="4114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766560" y="4114800"/>
            <a:ext cx="228600" cy="182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6" name="Text 84"/>
          <p:cNvSpPr/>
          <p:nvPr/>
        </p:nvSpPr>
        <p:spPr>
          <a:xfrm>
            <a:off x="7040880" y="41148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Waiting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Non-Blocking I/O — The Reactive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Event-loop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pool of threads (typically max(CPU cores, 4)) handles all requests. When I/O starts, the thread is released back — no waiting. A callback resumes processing when data arrives.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Netty default: max(CPU cores, 4) — pinned to 4 in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handle thousands of concurrent connections.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EL-1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32120" y="12344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5989320" y="12344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6720840" y="12344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6995160" y="12344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7452360" y="12344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7726680" y="12344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572000" y="18745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EL-2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19202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6263640" y="19202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6720840" y="19202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6995160" y="19202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7452360" y="19202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7726680" y="19202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572000" y="2560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EL-3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26060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5989320" y="26060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6263640" y="26060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6720840" y="26060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6995160" y="26060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7452360" y="26060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7726680" y="26060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4572000" y="32461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EL-4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32918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5989320" y="32918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4" name="Shape 32"/>
          <p:cNvSpPr/>
          <p:nvPr/>
        </p:nvSpPr>
        <p:spPr>
          <a:xfrm>
            <a:off x="6263640" y="32918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6720840" y="32918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6995160" y="32918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7" name="Shape 35"/>
          <p:cNvSpPr/>
          <p:nvPr/>
        </p:nvSpPr>
        <p:spPr>
          <a:xfrm>
            <a:off x="7452360" y="3291840"/>
            <a:ext cx="274320" cy="32004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8" name="Shape 36"/>
          <p:cNvSpPr/>
          <p:nvPr/>
        </p:nvSpPr>
        <p:spPr>
          <a:xfrm>
            <a:off x="7726680" y="3291840"/>
            <a:ext cx="4572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9" name="Shape 37"/>
          <p:cNvSpPr/>
          <p:nvPr/>
        </p:nvSpPr>
        <p:spPr>
          <a:xfrm>
            <a:off x="5532120" y="4114800"/>
            <a:ext cx="228600" cy="1828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5806440" y="4114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0" y="4114800"/>
            <a:ext cx="228600" cy="18288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713232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(I/O pending)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How Reactive Looks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event-loop thread juggling 4 requests — no thread ever waits idle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45920" y="4206240"/>
            <a:ext cx="6858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17320" y="4251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0ms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60320" y="4251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100ms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703320" y="4251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200ms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846320" y="4251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89320" y="4251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32320" y="4251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500ms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275320" y="4251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600ms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49640" y="40965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17043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57200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1704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45920" y="1161288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2194560" y="1161288"/>
            <a:ext cx="3223260" cy="320040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5417820" y="1161288"/>
            <a:ext cx="6858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457200" y="178308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572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1783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/orders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88820" y="1773936"/>
            <a:ext cx="54864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2537460" y="1773936"/>
            <a:ext cx="3909060" cy="320040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6446520" y="1773936"/>
            <a:ext cx="68580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457200" y="239572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5720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395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/payment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31720" y="2386584"/>
            <a:ext cx="685800" cy="3200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3017520" y="2386584"/>
            <a:ext cx="2743200" cy="320040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5760720" y="2386584"/>
            <a:ext cx="548640" cy="3200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6309360" y="2386584"/>
            <a:ext cx="1508760" cy="320040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32" name="Shape 30"/>
          <p:cNvSpPr/>
          <p:nvPr/>
        </p:nvSpPr>
        <p:spPr>
          <a:xfrm>
            <a:off x="7818120" y="2386584"/>
            <a:ext cx="480060" cy="3200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457200" y="300837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45720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0083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/products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674620" y="2999232"/>
            <a:ext cx="48006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7" name="Shape 35"/>
          <p:cNvSpPr/>
          <p:nvPr/>
        </p:nvSpPr>
        <p:spPr>
          <a:xfrm>
            <a:off x="3154680" y="2999232"/>
            <a:ext cx="19202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38" name="Shape 36"/>
          <p:cNvSpPr/>
          <p:nvPr/>
        </p:nvSpPr>
        <p:spPr>
          <a:xfrm>
            <a:off x="5074920" y="2999232"/>
            <a:ext cx="54864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2103120" y="14996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released ↑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43500" y="14996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callback resumes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645920" y="3794760"/>
            <a:ext cx="274320" cy="16459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1965960" y="37947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work (thread busy)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57600" y="3794760"/>
            <a:ext cx="274320" cy="164592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3977640" y="3794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wait (thread free for other work)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picks up whichever request has data ready — one thread serves all four requests!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Concurrent Requests — What Happens?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(Spring MVC)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threads allocated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idle while waiting for DB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MB RAM just for stacks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#201 → queued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throughput: ~400 req/s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(WebFlux)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event-loop threads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released during I/O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MB RAM for threads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200 handled concurrently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thousands req/s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MVC vs Spring WebFlux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/ Jetty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47472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4747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347472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+ @RequestMapping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3474720" cy="4114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RestTemplate / JDBC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Stack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280160"/>
            <a:ext cx="347472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93776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Netty / Undertow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783080"/>
            <a:ext cx="34747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Streams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286000"/>
            <a:ext cx="347472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493776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WebFlux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788920"/>
            <a:ext cx="34747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937760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OR RouterFunction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291840"/>
            <a:ext cx="347472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937760" y="3291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WebClient / R2DBC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 supports BOTH annotated controllers and functional endpoints — pick one.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2: Project Reactor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Mono, Flux &amp; Operators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 &amp; Flux — The Building Blocks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1828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Mono&lt;T&gt;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1 element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338328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Mono&lt;User&gt; user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userRepo.findById(id);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73152" cy="18288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Flux&lt;T&gt;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N elements (stream)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965960"/>
            <a:ext cx="338328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166360" y="2057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Flux&lt;Product&gt; products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productRepo.findAll();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happens until you subscribe!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streams are lazy — the pipeline is only a description of computation. Data flows when a subscriber signals demand (backpressure).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Operators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143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synchronously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0" y="11430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flux.map(s -&gt; s.toUpperCase())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43891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flatMap()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645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transform (Publisher)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flux.flatMap(id -&gt; fetchById(id))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matching elements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1488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flux.filter(u -&gt; u.isActive())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43891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6517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sources element-wise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6517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Mono.zip(userMono, orderMono)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640080" y="31546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switchIfEmpty()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1546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when empty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31546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mono.switchIfEmpty(defaultMono)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43891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onErrorResume()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36576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657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mono.onErrorResume(e -&gt; fallback())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In IntelliJ, Ctrl+Q on any operator shows its Javadoc with a marble diagram!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Marble Diagrams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Flux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11887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18872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3035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011680"/>
            <a:ext cx="36576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flatMap( x -&gt; asyncOp(x) 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73152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Flux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27432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21031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30175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27432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3931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74320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8463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57607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274320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66751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flatMap interleaves results from async operations — order is NOT guaranteed. Use concatMap for ordered processing.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Reactor Docs in IntelliJ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Q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Documentation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operator and press Ctrl+Q — shows Javadoc with marble diagram inline. Essential for understanding operator behavior.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Info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arguments an operator accepts while typing. Reactor's overloads can be confusing — this helps pick the right 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Declaration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into Reactor source code to see default implementations. Great for understanding schedulers and threading.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Definition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at the operator's source without leaving your current file.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Streams Specification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org.reactivestreams — 4 interfaces, the foundation of all reactive libraries in Java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Publisher&lt;T&gt;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subscribe(Subscriber&lt;? super T&gt; 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data. Emits items to Subscribers on demand. Mono and Flux implement this interface.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Subscriber&lt;T&gt;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onSubscribe | onNext | onError | onComplete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items from a Publisher. Defines 4 callback methods for the full lifecycle of a stream.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114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request(long n)  |  cancel()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657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between Publisher and Subscriber. Controls backpressure — subscriber calls request(n) to signal demand.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11480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663440" y="2880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Processor&lt;T,R&gt;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Publisher&lt;R&gt; &amp; Subscriber&lt;T&gt;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3657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Publisher and Subscriber — a processing stage. Reactor's Processor implementations are deprecated; use Sinks instead.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  ──subscription──▶  Subscriber  ──request(n)──▶  Publisher  ──onNext(item)──▶  Subscriber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Streams Signals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signals from Publisher to Subscriber (onError and onComplete are terminal alternatives)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onSubscribe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connects to Publisher.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 Subscription object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control data flow.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2560320" y="1188720"/>
            <a:ext cx="201168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2606040" y="102412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606040" y="1024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onError(e)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6916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terminated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abnormally with an error.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 with onComplete.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201168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800600" y="102412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800600" y="1024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onNext(item)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6916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delivers one item.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up to n times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 many as requested).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49440" y="118872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6949440" y="1188720"/>
            <a:ext cx="20116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6995160" y="1024128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995160" y="1024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4944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onComplete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16916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finished successfully.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items will be sent.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Backpressure: request(n) on Subscription.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real Reactor logs (.log() operator):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594360" y="37490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reactor.Mono.FlatMap.1 : | onSubscribe([Fuseable] MonoFlatMap.FlatMapMain)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reactor.Mono.FlatMap.1 : | request(unbounded)       ← "send me everything"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reactor.Mono.FlatMap.1 : | onNext({"id":1,...})      ← one item delivered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reactor.Mono.FlatMap.1 : | onComplete()              ← stream done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Backpressure — Consumer Controls the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Model — No Backpressure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97280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600200"/>
            <a:ext cx="1097280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10896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→ → → 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as fast as it can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must keep up or lose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OutOfMemoryError, dropped msgs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Streams — Pull-driven Push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1600200"/>
            <a:ext cx="1097280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600200"/>
            <a:ext cx="1097280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740664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1481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request(10)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→ 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signals demand: request(n)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at most n items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overflow — consumer is never overwhelmed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 Strategies in Reactor: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request(unbounded)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17520" y="4114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 — process all (default for most operators)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request(n)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n items at a time — control memory usage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517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onBackpressureBuffer()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17520" y="4517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excess items until consumer catches 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718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onBackpressureDrop()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47183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items consumer can't handle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vs Cold Flux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Flux  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DVD / on-demand video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subscriber gets its own copy of all data from the beginning. The source re-executes for every subscription.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produced per subscriber.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74904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Cold — each subscriber gets 1,2,3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Flux&lt;Integer&gt; cold = Flux.just(1, 2, 3);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cold.subscribe(i -&gt; log("Sub-A: " + i));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Sub-A: 1, Sub-A: 2, Sub-A: 3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cold.subscribe(i -&gt; log("Sub-B: " + i));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Sub-B: 1, Sub-B: 2, Sub-B: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Flux  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live TV / radio broadcast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get items from the moment they subscribe. Late subscribers miss earlier events.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produced regardless of subscribers.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784314"/>
            <a:ext cx="374904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983480" y="2880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Hot — late subscriber misses items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Sinks.Many&lt;Integer&gt; sink 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Sinks.many().multicast().onBackpressureBuffer();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Flux&lt;Integer&gt; hot = sink.asFlux();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hot.subscribe(i -&gt; log("Sub-A: " + i));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sink.tryEmitNext(1);  // Sub-A sees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hot.subscribe(i -&gt; log("Sub-B: " + i));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sink.tryEmitNext(2);  // Both see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Cold: Flux.just(), Flux.range(), HTTP requests  |  Hot: Sinks, .share(), .publish().connect(), WebSocket / UI events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Schedulers — Threading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publishOn()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thread for downstream operators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everything AFTER this point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processing pipeline stages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subscribeOn()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thread for the subscription (source)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the ENTIRE chain from source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wrapping blocking calls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Schedulers: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Schedulers.parallel()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0" y="3383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pool (CPU cores) — CPU-bound 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Schedulers.boundedElastic()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0" y="3611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pool — blocking I/O offload (JDBC, file I/O)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Schedulers.single()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reusable thread — sequential tasks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Schedulers.immediate()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31920" y="4069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thread — no scheduler switch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88354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594360" y="433407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Offload blocking call to elastic thread pool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Mono.fromCallable(() -&gt; legacyJdbcCall())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.subscribeOn(Schedulers.boundedElastic())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.publishOn(Schedulers.parallel())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.map(result -&gt; transform(result));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 Patterns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" cy="5943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onErrorReturn(fallback)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static fallback value on error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960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.onErrorReturn(Product.empty())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64008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onErrorResume(fn)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an alternative publisher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6642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.onErrorResume(e -&gt; cache.get(id))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68296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365760" y="2368296"/>
            <a:ext cx="64008" cy="5943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94360" y="23682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onErrorMap(fn)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42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error to a different exception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2368296"/>
            <a:ext cx="4206240" cy="59436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.onErrorMap(e -&gt; new BizException(e))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64008" cy="5943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594360" y="3072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346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Resubscribe up to n times on 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30723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.retry(3)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776472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365760" y="3776472"/>
            <a:ext cx="64008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59436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retryWhen(spec)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backoff, jitter, and conditions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776472"/>
            <a:ext cx="4206240" cy="59436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.retryWhen(Retry.backoff(3, Duration.ofSeconds(1)))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Combine strategies — e.g., retryWhen(...).onErrorResume(e -&gt; fallback())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3: Code Examples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Server, Reactive Server, Clients &amp; Timing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 Server — Spring MVC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7955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ProductController {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@GetMapping("/api/products/{id}")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Product getProduct(@PathVariable Long id)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start = System.nanoTime();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Simulates slow DB call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Thread.sleep(500);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 p = productRepository.findById(id);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elapsed = System.nanoTime() - start;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log.info("Thread: {} | Time: {}ms",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Thread.currentThread().getName(),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elapsed / 1_000_000);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blocks a Tomcat thread for 500ms. With 200 threads, max throughput = 400 req/s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Server — Spring WebFlux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7955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ProductController {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@GetMapping("/api/products/{id}")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Mono&lt;Product&gt; getProductById(@PathVariable Long id)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start = System.nanoTime();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Mono.delay(Duration.ofMillis(500))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.then(productRepository.findById(id))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.doOnSuccess(p -&gt;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elapsed = System.nanoTime() - start;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log.info("Thread: {} | Time: {}ms",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Thread.currentThread().getName(),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elapsed / 1_000_000);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is released during the 500ms delay — 4 threads handle thousands of requests. Tip: wrap body in Mono.defer(() -&gt; ...) to capture timing/state at subscription, not at assembly.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Server-Sent Events (SSE) Streaming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WebFlux — natural streaming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@GetMapping(value = "/stream",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produces = MediaType.TEXT_EVENT_STREAM_VALUE)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Flux&lt;Product&gt; streamProducts()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productRepository.findAll()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.delayElements(Duration.ofMillis(200));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Blocking — synchronous write to HttpServletResponse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@GetMapping("/stream")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streamProducts(HttpServletResponse resp)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resp.setContentType("text/event-stream");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PrintWriter w = resp.getWriter();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(Product p : productRepository.findAll())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Thread.sleep(200);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w.write("data: " + toJson(p) + "\n\n");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w.flush();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4: Live Demo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comparison with real HTTP clients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Server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:8081 (Spring MVC)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Server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:8082 (WebFlux)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Client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RestTemplate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Client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WebClient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steps: 50 → 200 → 500 → 1,000 → 2,000 → 5,000 → 10,000 concurrent requests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5: Testing Reactive Code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StepVerifier &amp; Virtual Time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StepVerifier — Testing Reactive Streams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 verification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StepVerifier.create(userService.findById(1L))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.expectNextMatches(u -&gt; u.getName().equals("John"))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.verifyComplete();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Testing error handling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StepVerifier.create(userService.findById(-1L))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.expectError(NotFoundException.class)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.verify();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Time — Mocking the Clock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16916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94360" y="347472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Virtual time — test delays without waiting!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StepVerifier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.withVirtualTime(() 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Mono.delay(Duration.ofHours(1))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.thenReturn("delayed"))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.thenAwait(Duration.ofHours(1))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.expectNext("delayed")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.verifyComplete();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in milliseconds, not 1 hour!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TestPublisher — Fine-Grained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Mockito: what a publisher returns  |  TestPublisher: how it behaves over 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elements step by step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3840480" cy="2423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TestPublisher&lt;Event&gt; source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TestPublisher.create();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StepVerifier.create(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source.flux().buffer(3))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.then(() -&gt; source.next(ev1))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.then(() -&gt; source.next(ev2))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buffer waits for 3rd...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.then(() -&gt; source.next(ev3))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.expectNextMatches(b -&gt; b.size() == 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.then(() -&gt; source.complete())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.verifyComplete();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cancellation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645920"/>
            <a:ext cx="384048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TestPublisher&lt;String&gt; src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TestPublisher.create();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StepVerifier.create(src.flux().take(2))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.then(() -&gt; src.next("a"))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.then(() -&gt; src.next("b"))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.expectNext("a", "b")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.verifyComplete();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src.assertCancelled(); // ← cancel propagated!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411480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66344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protocol violations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566274"/>
            <a:ext cx="3840480" cy="639966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Separate publisher — ignores RS rules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TestPublisher&lt;String&gt; rogue = TestPublisher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.createNoncompliant(Violation.ALLOW_NULL);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Mockito mock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46177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service tests — control what is returned (Mono.just, Mono.error, Mono.empty)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818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TestPublisher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51760" y="48188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buffering, cancel, backpressure, protocol violations — control when items are emitted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 Reactive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Cryptic Stack Traces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java.lang.RuntimeException: oops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 Flux.map(MyService.java:35)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 FluxMap$MapSubscriber.onNext(FluxMap.java:114)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 ... 42 more reactor internal frames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WHERE did I subscribe? Which operator failed?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11480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checkpoint() — per-pipeline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39319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flux.map(this::transform)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.checkpoint("after-transform")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.flatMap(this::save)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.checkpoint("after-save");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assembly info to stack trace at each checkpoint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BlockHound — detect blocking calls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651760"/>
            <a:ext cx="384048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test or dev startup: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BlockHound.install();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Throws if Thread.sleep(),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JDBC, file I/O etc. runs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 a non-blocking thread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accidental blocking on event loop threads at runtime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Hooks.onOperatorDebug() — global (dev only, perf cost) | ReactorDebugAgent — production-safe via bytecode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Bottlenecks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64008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 from Hell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143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stack traces are long and cryptic. Use Hooks.onOperatorDebug() in dev or ReactorDebugAgent in prod.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64008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Code Sneaks 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8928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Thread.sleep or JDBC call in a reactive pipeline blocks the event loop. Use BlockHound to detect.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64008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731520" y="26426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64261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knowledge, backpressure, schedulers — the mental model is fundamentally different from imperative code.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64008" cy="6400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31520" y="339242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Ecosystem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3924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libraries are reactive. JDBC is blocking — need R2DBC. Some SDKs lack async variants.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4223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57200" y="4142232"/>
            <a:ext cx="64008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731520" y="4142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41422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Debugging, onboarding new devs, code reviews — all harder. Is the performance gain worth it for YOUR use case?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WebFlux?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0F2A1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WebFlux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6E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High-concurrency I/O-bound services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6E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/ real-time data (SSE, WebSocket)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6E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many HTTP calls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6E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/ proxy / aggregation layer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6E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millisecond of latency matters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2A152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 MVC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apps with moderate traffic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unfamiliar with reactive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blocking libs (JDBC)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 processing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simplicity &gt; max throughput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 Questions?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Resources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Reactor — Reference Guide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projectreactor.io/docs/core/release/reference/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 do I need? (Appendix 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projectreactor.io/docs/core/release/reference/apdx-operatorChoice.html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54864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WebFlux Documentation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docs.spring.io/spring-framework/reference/web/webflux.html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54864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3152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Streams Specification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reactive-streams.org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54864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BlockHound — Detecting Blocking Calls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github.com/reactor/BlockHound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54864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73152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R2DBC — Reactive Relational Database Connectivity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r2dbc.io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&amp; demo code available at the project repository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3395</Words>
  <Application>Microsoft Office PowerPoint</Application>
  <PresentationFormat>Pokaz na ekranie (16:9)</PresentationFormat>
  <Paragraphs>635</Paragraphs>
  <Slides>33</Slides>
  <Notes>33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Georgia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WebFlux — Reactive vs Blocking</dc:title>
  <dc:subject>PptxGenJS Presentation</dc:subject>
  <dc:creator>Konrad Malewski</dc:creator>
  <cp:lastModifiedBy>Konrad Malewski</cp:lastModifiedBy>
  <cp:revision>3</cp:revision>
  <dcterms:created xsi:type="dcterms:W3CDTF">2026-05-07T21:52:58Z</dcterms:created>
  <dcterms:modified xsi:type="dcterms:W3CDTF">2026-05-07T22:36:53Z</dcterms:modified>
</cp:coreProperties>
</file>